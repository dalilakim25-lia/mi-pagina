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524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199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881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76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981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317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8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469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869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80216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9953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954367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95532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55951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80346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7204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722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SV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SV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3298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580DAB-D2F3-E366-301D-C5ADE54B97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9255" y="2080620"/>
            <a:ext cx="8825658" cy="3821006"/>
          </a:xfrm>
        </p:spPr>
        <p:txBody>
          <a:bodyPr/>
          <a:lstStyle/>
          <a:p>
            <a:r>
              <a:rPr lang="es-ES" sz="4400" dirty="0">
                <a:latin typeface="Arial" panose="020B0604020202020204" pitchFamily="34" charset="0"/>
                <a:cs typeface="Arial" panose="020B0604020202020204" pitchFamily="34" charset="0"/>
              </a:rPr>
              <a:t>Wireframes vs Mockups y Herramienta Figma</a:t>
            </a:r>
            <a:br>
              <a:rPr lang="es-ES" dirty="0"/>
            </a:br>
            <a:br>
              <a:rPr lang="es-SV" b="1" dirty="0"/>
            </a:br>
            <a:endParaRPr lang="es-SV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BD852C-D6C8-123A-206C-735A4B08DB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65962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55FB11-E841-305B-93DE-02E48FD81650}"/>
              </a:ext>
            </a:extLst>
          </p:cNvPr>
          <p:cNvSpPr txBox="1"/>
          <p:nvPr/>
        </p:nvSpPr>
        <p:spPr>
          <a:xfrm>
            <a:off x="3049191" y="908328"/>
            <a:ext cx="6093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SV" sz="3600" dirty="0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B55102-4515-1CBC-75AF-07823A0D26ED}"/>
              </a:ext>
            </a:extLst>
          </p:cNvPr>
          <p:cNvSpPr txBox="1"/>
          <p:nvPr/>
        </p:nvSpPr>
        <p:spPr>
          <a:xfrm>
            <a:off x="1989535" y="2374404"/>
            <a:ext cx="609361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El prototipado permite visualizar una interfaz antes de desarrollarla para detectar errores y mejorar la experiencia del usuario.</a:t>
            </a:r>
          </a:p>
        </p:txBody>
      </p:sp>
    </p:spTree>
    <p:extLst>
      <p:ext uri="{BB962C8B-B14F-4D97-AF65-F5344CB8AC3E}">
        <p14:creationId xmlns:p14="http://schemas.microsoft.com/office/powerpoint/2010/main" val="979951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B211574-C7D7-28ED-39C1-5EA6008EBC50}"/>
              </a:ext>
            </a:extLst>
          </p:cNvPr>
          <p:cNvSpPr txBox="1"/>
          <p:nvPr/>
        </p:nvSpPr>
        <p:spPr>
          <a:xfrm>
            <a:off x="2718197" y="765452"/>
            <a:ext cx="6093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SV" sz="3200" dirty="0">
                <a:latin typeface="Arial" panose="020B0604020202020204" pitchFamily="34" charset="0"/>
                <a:cs typeface="Arial" panose="020B0604020202020204" pitchFamily="34" charset="0"/>
              </a:rPr>
              <a:t>¿Qué es un Wireframe?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75E9AF-F44F-4DAA-8E0B-F1D6E7DFFAA4}"/>
              </a:ext>
            </a:extLst>
          </p:cNvPr>
          <p:cNvSpPr txBox="1"/>
          <p:nvPr/>
        </p:nvSpPr>
        <p:spPr>
          <a:xfrm>
            <a:off x="1575198" y="2288679"/>
            <a:ext cx="609361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Es un boceto básico que muestra la estructura y distribución de una interfaz sin colores ni detalles visuales.</a:t>
            </a:r>
          </a:p>
        </p:txBody>
      </p:sp>
    </p:spTree>
    <p:extLst>
      <p:ext uri="{BB962C8B-B14F-4D97-AF65-F5344CB8AC3E}">
        <p14:creationId xmlns:p14="http://schemas.microsoft.com/office/powerpoint/2010/main" val="1289463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095CD45-AD29-E028-CCD4-7FC6FEBE673C}"/>
              </a:ext>
            </a:extLst>
          </p:cNvPr>
          <p:cNvSpPr txBox="1"/>
          <p:nvPr/>
        </p:nvSpPr>
        <p:spPr>
          <a:xfrm>
            <a:off x="3389710" y="1079777"/>
            <a:ext cx="6093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SV" sz="3200" dirty="0">
                <a:latin typeface="Arial" panose="020B0604020202020204" pitchFamily="34" charset="0"/>
                <a:cs typeface="Arial" panose="020B0604020202020204" pitchFamily="34" charset="0"/>
              </a:rPr>
              <a:t>¿Qué es un Mockup?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09F2621-BDE3-1484-4047-D179C5846761}"/>
              </a:ext>
            </a:extLst>
          </p:cNvPr>
          <p:cNvSpPr txBox="1"/>
          <p:nvPr/>
        </p:nvSpPr>
        <p:spPr>
          <a:xfrm>
            <a:off x="2189560" y="2745878"/>
            <a:ext cx="609361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Es una representación visual detallada que incluye colores, imágenes y tipografías para mostrar el aspecto final.</a:t>
            </a:r>
          </a:p>
        </p:txBody>
      </p:sp>
    </p:spTree>
    <p:extLst>
      <p:ext uri="{BB962C8B-B14F-4D97-AF65-F5344CB8AC3E}">
        <p14:creationId xmlns:p14="http://schemas.microsoft.com/office/powerpoint/2010/main" val="3017830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74ABC7D-081C-B66D-AF69-581E7DCD7FB3}"/>
              </a:ext>
            </a:extLst>
          </p:cNvPr>
          <p:cNvSpPr txBox="1"/>
          <p:nvPr/>
        </p:nvSpPr>
        <p:spPr>
          <a:xfrm>
            <a:off x="2413993" y="794027"/>
            <a:ext cx="6093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SV" sz="3600" dirty="0">
                <a:latin typeface="Arial" panose="020B0604020202020204" pitchFamily="34" charset="0"/>
                <a:cs typeface="Arial" panose="020B0604020202020204" pitchFamily="34" charset="0"/>
              </a:rPr>
              <a:t>Wireframes vs Mockups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C205B3B-8F57-001D-AD13-E38EFA21A8F7}"/>
              </a:ext>
            </a:extLst>
          </p:cNvPr>
          <p:cNvSpPr txBox="1"/>
          <p:nvPr/>
        </p:nvSpPr>
        <p:spPr>
          <a:xfrm>
            <a:off x="1277541" y="2582644"/>
            <a:ext cx="83665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Wireframe: estructura básica.</a:t>
            </a:r>
          </a:p>
          <a:p>
            <a:endParaRPr lang="es-E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Mockup: diseño visual completo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7357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62EE89D-64F4-E9A7-CB81-BCFCE4370288}"/>
              </a:ext>
            </a:extLst>
          </p:cNvPr>
          <p:cNvSpPr txBox="1"/>
          <p:nvPr/>
        </p:nvSpPr>
        <p:spPr>
          <a:xfrm>
            <a:off x="2761060" y="1079778"/>
            <a:ext cx="6093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SV" sz="3200" dirty="0">
                <a:latin typeface="Arial" panose="020B0604020202020204" pitchFamily="34" charset="0"/>
                <a:cs typeface="Arial" panose="020B0604020202020204" pitchFamily="34" charset="0"/>
              </a:rPr>
              <a:t>Herramienta: Figma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44A3BD6-708F-21DE-1A16-977822101E9F}"/>
              </a:ext>
            </a:extLst>
          </p:cNvPr>
          <p:cNvSpPr txBox="1"/>
          <p:nvPr/>
        </p:nvSpPr>
        <p:spPr>
          <a:xfrm>
            <a:off x="1903810" y="2712929"/>
            <a:ext cx="866894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400" dirty="0">
                <a:latin typeface="Arial" panose="020B0604020202020204" pitchFamily="34" charset="0"/>
                <a:cs typeface="Arial" panose="020B0604020202020204" pitchFamily="34" charset="0"/>
              </a:rPr>
              <a:t>Figma permite crear wireframes, mockups y prototipos colaborando en tiempo real.</a:t>
            </a:r>
          </a:p>
        </p:txBody>
      </p:sp>
    </p:spTree>
    <p:extLst>
      <p:ext uri="{BB962C8B-B14F-4D97-AF65-F5344CB8AC3E}">
        <p14:creationId xmlns:p14="http://schemas.microsoft.com/office/powerpoint/2010/main" val="109307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A303344-749D-345F-327E-CFE649383F4B}"/>
              </a:ext>
            </a:extLst>
          </p:cNvPr>
          <p:cNvSpPr txBox="1"/>
          <p:nvPr/>
        </p:nvSpPr>
        <p:spPr>
          <a:xfrm>
            <a:off x="2532460" y="567630"/>
            <a:ext cx="6093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SV" sz="3200" dirty="0">
                <a:latin typeface="Arial" panose="020B0604020202020204" pitchFamily="34" charset="0"/>
                <a:cs typeface="Arial" panose="020B0604020202020204" pitchFamily="34" charset="0"/>
              </a:rPr>
              <a:t>Ventajas de Figma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4EED685-8267-645E-6AB0-8894C9B326D1}"/>
              </a:ext>
            </a:extLst>
          </p:cNvPr>
          <p:cNvSpPr txBox="1"/>
          <p:nvPr/>
        </p:nvSpPr>
        <p:spPr>
          <a:xfrm>
            <a:off x="1017984" y="1889165"/>
            <a:ext cx="872609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• Fácil de usar</a:t>
            </a:r>
          </a:p>
          <a:p>
            <a:endParaRPr lang="es-E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• Trabajo en equipo</a:t>
            </a:r>
          </a:p>
          <a:p>
            <a:endParaRPr lang="es-E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• Funciona en línea</a:t>
            </a:r>
          </a:p>
          <a:p>
            <a:endParaRPr lang="es-E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• Ideal para diseño de interfaces</a:t>
            </a:r>
          </a:p>
        </p:txBody>
      </p:sp>
    </p:spTree>
    <p:extLst>
      <p:ext uri="{BB962C8B-B14F-4D97-AF65-F5344CB8AC3E}">
        <p14:creationId xmlns:p14="http://schemas.microsoft.com/office/powerpoint/2010/main" val="1623116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CF258F4-487E-1B03-7ED6-8E5ABA6D1FA9}"/>
              </a:ext>
            </a:extLst>
          </p:cNvPr>
          <p:cNvSpPr txBox="1"/>
          <p:nvPr/>
        </p:nvSpPr>
        <p:spPr>
          <a:xfrm>
            <a:off x="2275285" y="1118145"/>
            <a:ext cx="60936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SV" sz="4400" dirty="0"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162FCE3-3A85-4E5B-7FD6-E50D77AA661B}"/>
              </a:ext>
            </a:extLst>
          </p:cNvPr>
          <p:cNvSpPr txBox="1"/>
          <p:nvPr/>
        </p:nvSpPr>
        <p:spPr>
          <a:xfrm>
            <a:off x="1657351" y="2600920"/>
            <a:ext cx="798671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El prototipado ayuda a crear mejores productos digitales. Los wireframes organizan ideas y los mockups muestran el diseño final</a:t>
            </a:r>
            <a:r>
              <a:rPr lang="es-E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0021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FFFFFF"/>
      </a:dk1>
      <a:lt1>
        <a:sysClr val="window" lastClr="202020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344</TotalTime>
  <Words>150</Words>
  <Application>Microsoft Office PowerPoint</Application>
  <PresentationFormat>Panorámica</PresentationFormat>
  <Paragraphs>23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Wireframes vs Mockups y Herramienta Figma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mined</dc:creator>
  <cp:lastModifiedBy>mined</cp:lastModifiedBy>
  <cp:revision>2</cp:revision>
  <dcterms:created xsi:type="dcterms:W3CDTF">2026-06-01T19:46:32Z</dcterms:created>
  <dcterms:modified xsi:type="dcterms:W3CDTF">2026-06-02T01:30:44Z</dcterms:modified>
</cp:coreProperties>
</file>