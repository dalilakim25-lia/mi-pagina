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0913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2248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8689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4133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1886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3635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1206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0474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21832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5747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96467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8046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53074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6858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90292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31263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312091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A6E83-7228-4338-802F-A6AA6D1A9DC3}" type="datetimeFigureOut">
              <a:rPr lang="es-SV" smtClean="0"/>
              <a:t>28/4/2026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628FA-D01D-41A0-83CA-6EB8BBF9AFE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246202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6BE9A-EB40-DE87-1F12-49DAE9ADC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Diagrama de Estados (UML)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9AFF4A-0EE2-A1FE-F675-7F4A2F254B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Lía Dalila Argueta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634038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8F4219C-DFBB-6272-020A-B9AA7270B30C}"/>
              </a:ext>
            </a:extLst>
          </p:cNvPr>
          <p:cNvSpPr txBox="1"/>
          <p:nvPr/>
        </p:nvSpPr>
        <p:spPr>
          <a:xfrm>
            <a:off x="1750218" y="138857"/>
            <a:ext cx="922258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800" b="1" dirty="0"/>
              <a:t>¿Qué es?</a:t>
            </a:r>
          </a:p>
          <a:p>
            <a:pPr>
              <a:buNone/>
            </a:pPr>
            <a:endParaRPr lang="es-E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Diagrama de UML </a:t>
            </a:r>
          </a:p>
          <a:p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Representa el comportamiento de un sistema </a:t>
            </a:r>
          </a:p>
          <a:p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Muestra cómo cambia según eventos</a:t>
            </a:r>
          </a:p>
          <a:p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Se enfoca en el tiempo y las respuestas </a:t>
            </a:r>
          </a:p>
          <a:p>
            <a:endParaRPr lang="es-ES" sz="2800" dirty="0"/>
          </a:p>
          <a:p>
            <a:pPr>
              <a:buNone/>
            </a:pPr>
            <a:r>
              <a:rPr lang="es-ES" sz="2800" dirty="0"/>
              <a:t> </a:t>
            </a:r>
            <a:r>
              <a:rPr lang="es-ES" sz="2800" i="1" dirty="0"/>
              <a:t>Explicas:</a:t>
            </a:r>
          </a:p>
          <a:p>
            <a:pPr>
              <a:buNone/>
            </a:pPr>
            <a:br>
              <a:rPr lang="es-ES" sz="2800" dirty="0"/>
            </a:br>
            <a:r>
              <a:rPr lang="es-ES" sz="2800" dirty="0"/>
              <a:t>“Este diagrama nos ayuda a ver cómo un sistema reacciona en diferentes situaciones.”</a:t>
            </a:r>
          </a:p>
        </p:txBody>
      </p:sp>
    </p:spTree>
    <p:extLst>
      <p:ext uri="{BB962C8B-B14F-4D97-AF65-F5344CB8AC3E}">
        <p14:creationId xmlns:p14="http://schemas.microsoft.com/office/powerpoint/2010/main" val="394682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46070DF-43DB-A37E-78EA-B70D9E13100C}"/>
              </a:ext>
            </a:extLst>
          </p:cNvPr>
          <p:cNvSpPr txBox="1"/>
          <p:nvPr/>
        </p:nvSpPr>
        <p:spPr>
          <a:xfrm>
            <a:off x="603646" y="509616"/>
            <a:ext cx="76831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</a:p>
          <a:p>
            <a:pPr algn="ctr"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Representa cambios de estado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Usa estados y transiciones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Permite entender el flujo del sistema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Es dinámico (cambia con el tiempo)</a:t>
            </a:r>
          </a:p>
        </p:txBody>
      </p:sp>
    </p:spTree>
    <p:extLst>
      <p:ext uri="{BB962C8B-B14F-4D97-AF65-F5344CB8AC3E}">
        <p14:creationId xmlns:p14="http://schemas.microsoft.com/office/powerpoint/2010/main" val="115142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716F156-C8D6-6AFB-4E7D-881887FE2B17}"/>
              </a:ext>
            </a:extLst>
          </p:cNvPr>
          <p:cNvSpPr txBox="1"/>
          <p:nvPr/>
        </p:nvSpPr>
        <p:spPr>
          <a:xfrm>
            <a:off x="989408" y="335845"/>
            <a:ext cx="894040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Estados</a:t>
            </a:r>
          </a:p>
          <a:p>
            <a:pPr algn="ctr"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Son situaciones del sistema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Representan una fase del proceso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Pueden tener acciones internas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Se dibujan con bordes redondeados</a:t>
            </a:r>
          </a:p>
          <a:p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 Ejemplo: Inicio, Procesando, Final</a:t>
            </a:r>
          </a:p>
        </p:txBody>
      </p:sp>
    </p:spTree>
    <p:extLst>
      <p:ext uri="{BB962C8B-B14F-4D97-AF65-F5344CB8AC3E}">
        <p14:creationId xmlns:p14="http://schemas.microsoft.com/office/powerpoint/2010/main" val="1494954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8E89DDF-5AB8-1FFB-3DA9-3C1312A7C47C}"/>
              </a:ext>
            </a:extLst>
          </p:cNvPr>
          <p:cNvSpPr txBox="1"/>
          <p:nvPr/>
        </p:nvSpPr>
        <p:spPr>
          <a:xfrm>
            <a:off x="1132285" y="1055757"/>
            <a:ext cx="791170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Tipos de estados</a:t>
            </a:r>
          </a:p>
          <a:p>
            <a:pPr algn="ctr"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Estado inicial → inicio del sistema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Estados intermedios → procesos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Estado final → fin del proceso</a:t>
            </a:r>
          </a:p>
        </p:txBody>
      </p:sp>
    </p:spTree>
    <p:extLst>
      <p:ext uri="{BB962C8B-B14F-4D97-AF65-F5344CB8AC3E}">
        <p14:creationId xmlns:p14="http://schemas.microsoft.com/office/powerpoint/2010/main" val="194185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B39454E-0B4E-0B73-DBA7-A2B29B24935B}"/>
              </a:ext>
            </a:extLst>
          </p:cNvPr>
          <p:cNvSpPr txBox="1"/>
          <p:nvPr/>
        </p:nvSpPr>
        <p:spPr>
          <a:xfrm>
            <a:off x="1360884" y="502980"/>
            <a:ext cx="746879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Transiciones</a:t>
            </a:r>
          </a:p>
          <a:p>
            <a:pPr algn="ctr"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Cambios entre estados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Se representan con flechas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Indican el flujo del sistema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Ocurren cuando hay un evento</a:t>
            </a:r>
          </a:p>
        </p:txBody>
      </p:sp>
    </p:spTree>
    <p:extLst>
      <p:ext uri="{BB962C8B-B14F-4D97-AF65-F5344CB8AC3E}">
        <p14:creationId xmlns:p14="http://schemas.microsoft.com/office/powerpoint/2010/main" val="238008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7A01240-D3D6-5EEF-55D3-0F3D569572A8}"/>
              </a:ext>
            </a:extLst>
          </p:cNvPr>
          <p:cNvSpPr txBox="1"/>
          <p:nvPr/>
        </p:nvSpPr>
        <p:spPr>
          <a:xfrm>
            <a:off x="903685" y="363915"/>
            <a:ext cx="886896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Eventos</a:t>
            </a:r>
          </a:p>
          <a:p>
            <a:pPr algn="ctr">
              <a:buNone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Son acciones que provocan cambios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Pueden ser internos o externos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Activan las transiciones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Ejemplo:</a:t>
            </a:r>
          </a:p>
          <a:p>
            <a:pPr>
              <a:buNone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Clic del usuario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Ingreso de datos</a:t>
            </a:r>
          </a:p>
        </p:txBody>
      </p:sp>
    </p:spTree>
    <p:extLst>
      <p:ext uri="{BB962C8B-B14F-4D97-AF65-F5344CB8AC3E}">
        <p14:creationId xmlns:p14="http://schemas.microsoft.com/office/powerpoint/2010/main" val="172723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39F583D-8719-73BF-67AF-48C9A247486C}"/>
              </a:ext>
            </a:extLst>
          </p:cNvPr>
          <p:cNvSpPr txBox="1"/>
          <p:nvPr/>
        </p:nvSpPr>
        <p:spPr>
          <a:xfrm>
            <a:off x="1046559" y="181957"/>
            <a:ext cx="846891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Acciones</a:t>
            </a:r>
          </a:p>
          <a:p>
            <a:pPr algn="ctr">
              <a:buNone/>
            </a:pPr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Son actividades del sistema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Se ejecutan automáticamente </a:t>
            </a:r>
          </a:p>
          <a:p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Ocurren en estados o transiciones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Ejemplo:</a:t>
            </a:r>
          </a:p>
          <a:p>
            <a:pPr>
              <a:buNone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Validar datos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Mostrar mensaje</a:t>
            </a:r>
          </a:p>
        </p:txBody>
      </p:sp>
    </p:spTree>
    <p:extLst>
      <p:ext uri="{BB962C8B-B14F-4D97-AF65-F5344CB8AC3E}">
        <p14:creationId xmlns:p14="http://schemas.microsoft.com/office/powerpoint/2010/main" val="3092209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D416A0E-18CF-AA74-BCDB-EDA614F31BE8}"/>
              </a:ext>
            </a:extLst>
          </p:cNvPr>
          <p:cNvSpPr txBox="1"/>
          <p:nvPr/>
        </p:nvSpPr>
        <p:spPr>
          <a:xfrm>
            <a:off x="1289448" y="889843"/>
            <a:ext cx="609361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Otros elementos</a:t>
            </a:r>
          </a:p>
          <a:p>
            <a:pPr algn="ctr"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Condiciones (reglas para cambiar)</a:t>
            </a:r>
          </a:p>
          <a:p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Actividades (procesos largos)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Flujo de estados</a:t>
            </a:r>
          </a:p>
        </p:txBody>
      </p:sp>
    </p:spTree>
    <p:extLst>
      <p:ext uri="{BB962C8B-B14F-4D97-AF65-F5344CB8AC3E}">
        <p14:creationId xmlns:p14="http://schemas.microsoft.com/office/powerpoint/2010/main" val="873223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F322FC2-8162-F263-EAE3-DEBCDDCBE7D7}"/>
              </a:ext>
            </a:extLst>
          </p:cNvPr>
          <p:cNvSpPr txBox="1"/>
          <p:nvPr/>
        </p:nvSpPr>
        <p:spPr>
          <a:xfrm>
            <a:off x="1132285" y="889843"/>
            <a:ext cx="609361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Aplicación en software</a:t>
            </a:r>
          </a:p>
          <a:p>
            <a:pPr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Modelar sistemas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Representar procesos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Controlar comportamiento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Detectar errores</a:t>
            </a:r>
          </a:p>
        </p:txBody>
      </p:sp>
    </p:spTree>
    <p:extLst>
      <p:ext uri="{BB962C8B-B14F-4D97-AF65-F5344CB8AC3E}">
        <p14:creationId xmlns:p14="http://schemas.microsoft.com/office/powerpoint/2010/main" val="733254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975BCC8-69B8-04EF-C0A4-C6C0C08940BB}"/>
              </a:ext>
            </a:extLst>
          </p:cNvPr>
          <p:cNvSpPr txBox="1"/>
          <p:nvPr/>
        </p:nvSpPr>
        <p:spPr>
          <a:xfrm>
            <a:off x="1232298" y="612844"/>
            <a:ext cx="60936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4000" b="1" dirty="0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</a:p>
          <a:p>
            <a:pPr algn="ctr">
              <a:buNone/>
            </a:pPr>
            <a:endParaRPr lang="es-E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4000" b="1" dirty="0">
                <a:latin typeface="Arial" panose="020B0604020202020204" pitchFamily="34" charset="0"/>
                <a:cs typeface="Arial" panose="020B0604020202020204" pitchFamily="34" charset="0"/>
              </a:rPr>
              <a:t>Inicio de sesión:</a:t>
            </a:r>
          </a:p>
          <a:p>
            <a:pPr>
              <a:buNone/>
            </a:pPr>
            <a:endParaRPr lang="es-E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Inicio → Validando →</a:t>
            </a:r>
          </a:p>
          <a:p>
            <a:pPr>
              <a:buNone/>
            </a:pPr>
            <a:b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 Acceso permitido</a:t>
            </a:r>
          </a:p>
          <a:p>
            <a:pPr>
              <a:buNone/>
            </a:pPr>
            <a:b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 Acceso denegado</a:t>
            </a:r>
          </a:p>
        </p:txBody>
      </p:sp>
    </p:spTree>
    <p:extLst>
      <p:ext uri="{BB962C8B-B14F-4D97-AF65-F5344CB8AC3E}">
        <p14:creationId xmlns:p14="http://schemas.microsoft.com/office/powerpoint/2010/main" val="1584259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BA5A648-D090-820E-9449-6F480FD7DC4B}"/>
              </a:ext>
            </a:extLst>
          </p:cNvPr>
          <p:cNvSpPr txBox="1"/>
          <p:nvPr/>
        </p:nvSpPr>
        <p:spPr>
          <a:xfrm>
            <a:off x="1389461" y="711517"/>
            <a:ext cx="609361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Importancia</a:t>
            </a:r>
          </a:p>
          <a:p>
            <a:pPr algn="ctr"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Facilita la comprensión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Mejora el diseño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Organiza el sistema </a:t>
            </a:r>
          </a:p>
          <a:p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Ayuda a programar</a:t>
            </a:r>
          </a:p>
        </p:txBody>
      </p:sp>
    </p:spTree>
    <p:extLst>
      <p:ext uri="{BB962C8B-B14F-4D97-AF65-F5344CB8AC3E}">
        <p14:creationId xmlns:p14="http://schemas.microsoft.com/office/powerpoint/2010/main" val="977312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0CB29DA-277E-91F6-C702-EBFEA26992EA}"/>
              </a:ext>
            </a:extLst>
          </p:cNvPr>
          <p:cNvSpPr txBox="1"/>
          <p:nvPr/>
        </p:nvSpPr>
        <p:spPr>
          <a:xfrm>
            <a:off x="975122" y="1228397"/>
            <a:ext cx="778311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CONCLUSIÓN </a:t>
            </a:r>
          </a:p>
          <a:p>
            <a:pPr>
              <a:buNone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“En conclusión, el diagrama de estados es importante porque permite entender cómo funciona un sistema y cómo cambia con el tiempo. Gracias a sus elementos como estados, transiciones, eventos y acciones, se puede representar de forma clara el comportamiento del sistema.”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499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FFFFFF"/>
      </a:dk1>
      <a:lt1>
        <a:sysClr val="window" lastClr="202020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61</TotalTime>
  <Words>292</Words>
  <Application>Microsoft Office PowerPoint</Application>
  <PresentationFormat>Panorámica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Circuito</vt:lpstr>
      <vt:lpstr>Diagrama de Estados (UML)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mined</dc:creator>
  <cp:lastModifiedBy>mined</cp:lastModifiedBy>
  <cp:revision>6</cp:revision>
  <dcterms:created xsi:type="dcterms:W3CDTF">2026-04-27T19:33:22Z</dcterms:created>
  <dcterms:modified xsi:type="dcterms:W3CDTF">2026-04-29T02:30:40Z</dcterms:modified>
</cp:coreProperties>
</file>