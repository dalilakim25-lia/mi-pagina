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4D48E-46C1-4DDA-B353-B34E9EF69D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Rol que desempeña el analista de diseños de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70EBE9-A09B-4188-A7B4-E770F0CD4C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Tipos de sistemas</a:t>
            </a:r>
          </a:p>
        </p:txBody>
      </p:sp>
    </p:spTree>
    <p:extLst>
      <p:ext uri="{BB962C8B-B14F-4D97-AF65-F5344CB8AC3E}">
        <p14:creationId xmlns:p14="http://schemas.microsoft.com/office/powerpoint/2010/main" val="396142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BCA1BED-AB68-4546-A428-92B5E7AD224A}"/>
              </a:ext>
            </a:extLst>
          </p:cNvPr>
          <p:cNvSpPr txBox="1"/>
          <p:nvPr/>
        </p:nvSpPr>
        <p:spPr>
          <a:xfrm>
            <a:off x="3435626" y="650220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Concepto: </a:t>
            </a:r>
            <a:r>
              <a:rPr lang="es-SV" sz="2800" b="1" dirty="0">
                <a:latin typeface="Arial" panose="020B0604020202020204" pitchFamily="34" charset="0"/>
                <a:cs typeface="Arial" panose="020B0604020202020204" pitchFamily="34" charset="0"/>
              </a:rPr>
              <a:t>Analista de Sistemas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A702E5-D870-4D74-9EA8-8C2441BC4A91}"/>
              </a:ext>
            </a:extLst>
          </p:cNvPr>
          <p:cNvSpPr txBox="1"/>
          <p:nvPr/>
        </p:nvSpPr>
        <p:spPr>
          <a:xfrm>
            <a:off x="2521226" y="2716407"/>
            <a:ext cx="6102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Profesional que analiza necesidades y diseña soluciones tecnológicas para mejorar procesos en una organización.</a:t>
            </a:r>
          </a:p>
        </p:txBody>
      </p:sp>
    </p:spTree>
    <p:extLst>
      <p:ext uri="{BB962C8B-B14F-4D97-AF65-F5344CB8AC3E}">
        <p14:creationId xmlns:p14="http://schemas.microsoft.com/office/powerpoint/2010/main" val="3012111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2860AC5-C541-4170-9DC1-9D06F5DB3897}"/>
              </a:ext>
            </a:extLst>
          </p:cNvPr>
          <p:cNvSpPr txBox="1"/>
          <p:nvPr/>
        </p:nvSpPr>
        <p:spPr>
          <a:xfrm>
            <a:off x="3541644" y="1193560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Funciones Principales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92FB75-107E-4042-A1FC-9818CE3DFF0C}"/>
              </a:ext>
            </a:extLst>
          </p:cNvPr>
          <p:cNvSpPr txBox="1"/>
          <p:nvPr/>
        </p:nvSpPr>
        <p:spPr>
          <a:xfrm>
            <a:off x="3044687" y="2690336"/>
            <a:ext cx="61026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Analizar problemas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Diseñar sistemas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Elaborar diagramas y documentación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Coordinar con programadores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Evaluar mejoras tecnológicas</a:t>
            </a:r>
            <a:endParaRPr lang="es-E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3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89E5280-9CD8-452D-B7E7-BC130E092A02}"/>
              </a:ext>
            </a:extLst>
          </p:cNvPr>
          <p:cNvSpPr txBox="1"/>
          <p:nvPr/>
        </p:nvSpPr>
        <p:spPr>
          <a:xfrm>
            <a:off x="3342861" y="915265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699441-A5EC-4926-8B48-79CF5EE21AEC}"/>
              </a:ext>
            </a:extLst>
          </p:cNvPr>
          <p:cNvSpPr txBox="1"/>
          <p:nvPr/>
        </p:nvSpPr>
        <p:spPr>
          <a:xfrm>
            <a:off x="2826026" y="2540602"/>
            <a:ext cx="6102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Sistema escolar de notas</a:t>
            </a:r>
          </a:p>
          <a:p>
            <a:r>
              <a:rPr lang="es-SV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Sistema hospitalario</a:t>
            </a:r>
          </a:p>
          <a:p>
            <a:r>
              <a:rPr lang="es-SV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Control de inventarios</a:t>
            </a:r>
          </a:p>
          <a:p>
            <a:r>
              <a:rPr lang="es-SV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Sistemas bancarios</a:t>
            </a:r>
            <a:endParaRPr lang="es-SV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94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9AACBE3-469B-48BB-9D23-F3D7D6D0170D}"/>
              </a:ext>
            </a:extLst>
          </p:cNvPr>
          <p:cNvSpPr txBox="1"/>
          <p:nvPr/>
        </p:nvSpPr>
        <p:spPr>
          <a:xfrm>
            <a:off x="3899453" y="1047786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Ventajas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CFD688-27EB-4CE4-8837-3234B033BF7B}"/>
              </a:ext>
            </a:extLst>
          </p:cNvPr>
          <p:cNvSpPr txBox="1"/>
          <p:nvPr/>
        </p:nvSpPr>
        <p:spPr>
          <a:xfrm>
            <a:off x="3038061" y="2832149"/>
            <a:ext cx="6102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Mejora eficiencia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Reduce errores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Ahorra tiempo y recursos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Facilita toma de decisiones</a:t>
            </a:r>
            <a:endParaRPr lang="es-SV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38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DC61038-4734-410F-8FCC-409432DEF160}"/>
              </a:ext>
            </a:extLst>
          </p:cNvPr>
          <p:cNvSpPr txBox="1"/>
          <p:nvPr/>
        </p:nvSpPr>
        <p:spPr>
          <a:xfrm>
            <a:off x="3044687" y="544204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Desventajas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EAF2A4-91E5-4732-BCBE-E9CDEEFC0719}"/>
              </a:ext>
            </a:extLst>
          </p:cNvPr>
          <p:cNvSpPr txBox="1"/>
          <p:nvPr/>
        </p:nvSpPr>
        <p:spPr>
          <a:xfrm>
            <a:off x="2468218" y="1950230"/>
            <a:ext cx="6102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Requiere tiempo de análisis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Necesita capacitación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Cambios tecnológicos constantes</a:t>
            </a:r>
            <a:endParaRPr lang="es-E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82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303C335-27B2-47CF-9A4D-5957698DE9FD}"/>
              </a:ext>
            </a:extLst>
          </p:cNvPr>
          <p:cNvSpPr txBox="1"/>
          <p:nvPr/>
        </p:nvSpPr>
        <p:spPr>
          <a:xfrm>
            <a:off x="3886200" y="1100795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Concepto de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696AF27-74C1-46BA-A636-A9A83B8386FA}"/>
              </a:ext>
            </a:extLst>
          </p:cNvPr>
          <p:cNvSpPr txBox="1"/>
          <p:nvPr/>
        </p:nvSpPr>
        <p:spPr>
          <a:xfrm>
            <a:off x="2680252" y="2340522"/>
            <a:ext cx="61026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Conjunto de elementos organizados que trabajan juntos para lograr un objetivo.</a:t>
            </a:r>
          </a:p>
        </p:txBody>
      </p:sp>
    </p:spTree>
    <p:extLst>
      <p:ext uri="{BB962C8B-B14F-4D97-AF65-F5344CB8AC3E}">
        <p14:creationId xmlns:p14="http://schemas.microsoft.com/office/powerpoint/2010/main" val="3055389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C2AD2C7-2B3B-4DAD-831B-04832BBAEA30}"/>
              </a:ext>
            </a:extLst>
          </p:cNvPr>
          <p:cNvSpPr txBox="1"/>
          <p:nvPr/>
        </p:nvSpPr>
        <p:spPr>
          <a:xfrm>
            <a:off x="3263348" y="1538117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Natural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889A68-5C46-44BF-9944-A7B55A0A9C16}"/>
              </a:ext>
            </a:extLst>
          </p:cNvPr>
          <p:cNvSpPr txBox="1"/>
          <p:nvPr/>
        </p:nvSpPr>
        <p:spPr>
          <a:xfrm>
            <a:off x="2892287" y="2910365"/>
            <a:ext cx="61026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 en la naturaleza.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cuerpo humano, ecosistemas.</a:t>
            </a:r>
          </a:p>
        </p:txBody>
      </p:sp>
    </p:spTree>
    <p:extLst>
      <p:ext uri="{BB962C8B-B14F-4D97-AF65-F5344CB8AC3E}">
        <p14:creationId xmlns:p14="http://schemas.microsoft.com/office/powerpoint/2010/main" val="2615694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A76E1BB-FBF0-4327-AEF4-506D146C585B}"/>
              </a:ext>
            </a:extLst>
          </p:cNvPr>
          <p:cNvSpPr txBox="1"/>
          <p:nvPr/>
        </p:nvSpPr>
        <p:spPr>
          <a:xfrm>
            <a:off x="2905539" y="1193560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Artificial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71F169-622C-460B-AD70-83EE852B4525}"/>
              </a:ext>
            </a:extLst>
          </p:cNvPr>
          <p:cNvSpPr txBox="1"/>
          <p:nvPr/>
        </p:nvSpPr>
        <p:spPr>
          <a:xfrm>
            <a:off x="2680253" y="2221252"/>
            <a:ext cx="61026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Creados por el ser humano.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sistemas informáticos, transporte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3555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06854BB-776C-415B-82E9-E5A884EAD43B}"/>
              </a:ext>
            </a:extLst>
          </p:cNvPr>
          <p:cNvSpPr txBox="1"/>
          <p:nvPr/>
        </p:nvSpPr>
        <p:spPr>
          <a:xfrm>
            <a:off x="3044687" y="1233316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Abierto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030F50-EAA1-44A5-B342-29C3AB67223A}"/>
              </a:ext>
            </a:extLst>
          </p:cNvPr>
          <p:cNvSpPr txBox="1"/>
          <p:nvPr/>
        </p:nvSpPr>
        <p:spPr>
          <a:xfrm>
            <a:off x="3038061" y="3109148"/>
            <a:ext cx="61026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Interactúa con el entorno.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empresa, escuela.</a:t>
            </a:r>
            <a:endParaRPr lang="es-E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317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DDF5901-D8D0-45C8-BE6C-1B60570B7922}"/>
              </a:ext>
            </a:extLst>
          </p:cNvPr>
          <p:cNvSpPr txBox="1"/>
          <p:nvPr/>
        </p:nvSpPr>
        <p:spPr>
          <a:xfrm>
            <a:off x="4005470" y="451439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Cerrado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2BDFAD-5191-444F-8584-65A7FAE4E92F}"/>
              </a:ext>
            </a:extLst>
          </p:cNvPr>
          <p:cNvSpPr txBox="1"/>
          <p:nvPr/>
        </p:nvSpPr>
        <p:spPr>
          <a:xfrm>
            <a:off x="3044687" y="2406782"/>
            <a:ext cx="61026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 con poca relación externa.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reloj, programa sin internet.</a:t>
            </a:r>
          </a:p>
        </p:txBody>
      </p:sp>
    </p:spTree>
    <p:extLst>
      <p:ext uri="{BB962C8B-B14F-4D97-AF65-F5344CB8AC3E}">
        <p14:creationId xmlns:p14="http://schemas.microsoft.com/office/powerpoint/2010/main" val="1619424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5B19ED7-FDE2-4BC3-8270-B974CABD91FD}"/>
              </a:ext>
            </a:extLst>
          </p:cNvPr>
          <p:cNvSpPr txBox="1"/>
          <p:nvPr/>
        </p:nvSpPr>
        <p:spPr>
          <a:xfrm>
            <a:off x="3236843" y="1021282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Manual y Automatizado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B0F019A-0B92-4BA9-BCA5-80A614FE0A35}"/>
              </a:ext>
            </a:extLst>
          </p:cNvPr>
          <p:cNvSpPr txBox="1"/>
          <p:nvPr/>
        </p:nvSpPr>
        <p:spPr>
          <a:xfrm>
            <a:off x="2733261" y="2420035"/>
            <a:ext cx="61026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Manual: hecho por personas.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Automatizado: usa tecnología para mayor rapidez y precisión.</a:t>
            </a:r>
          </a:p>
        </p:txBody>
      </p:sp>
    </p:spTree>
    <p:extLst>
      <p:ext uri="{BB962C8B-B14F-4D97-AF65-F5344CB8AC3E}">
        <p14:creationId xmlns:p14="http://schemas.microsoft.com/office/powerpoint/2010/main" val="714564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73D62CC-04F4-4FCE-9ED4-1D8DF41F0A86}"/>
              </a:ext>
            </a:extLst>
          </p:cNvPr>
          <p:cNvSpPr txBox="1"/>
          <p:nvPr/>
        </p:nvSpPr>
        <p:spPr>
          <a:xfrm>
            <a:off x="3303104" y="1206812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SV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Importancia de los Sistemas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D85C98-5EB5-4B2D-9B85-DFA01F280C23}"/>
              </a:ext>
            </a:extLst>
          </p:cNvPr>
          <p:cNvSpPr txBox="1"/>
          <p:nvPr/>
        </p:nvSpPr>
        <p:spPr>
          <a:xfrm>
            <a:off x="3044687" y="2506822"/>
            <a:ext cx="61026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Organizan información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Mejoran productividad</a:t>
            </a:r>
          </a:p>
          <a:p>
            <a:r>
              <a:rPr lang="es-E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Facilitan control y planificación</a:t>
            </a:r>
          </a:p>
        </p:txBody>
      </p:sp>
    </p:spTree>
    <p:extLst>
      <p:ext uri="{BB962C8B-B14F-4D97-AF65-F5344CB8AC3E}">
        <p14:creationId xmlns:p14="http://schemas.microsoft.com/office/powerpoint/2010/main" val="41480267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{EAB1245B-6C18-46E5-9147-878AE1D44437}TF6d5feb1e-e145-43f1-b745-cb4b54c5ee97494f94d6-c317f2461df2</Template>
  <TotalTime>76</TotalTime>
  <Words>207</Words>
  <Application>Microsoft Office PowerPoint</Application>
  <PresentationFormat>Panorámica</PresentationFormat>
  <Paragraphs>45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Circuito</vt:lpstr>
      <vt:lpstr>Rol que desempeña el analista de diseños de sistema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 que desempeña el analista de diseños de sistema</dc:title>
  <dc:creator>Alumno</dc:creator>
  <cp:lastModifiedBy>Alumno</cp:lastModifiedBy>
  <cp:revision>1</cp:revision>
  <dcterms:created xsi:type="dcterms:W3CDTF">2026-02-18T04:11:36Z</dcterms:created>
  <dcterms:modified xsi:type="dcterms:W3CDTF">2026-02-18T05:27:41Z</dcterms:modified>
</cp:coreProperties>
</file>