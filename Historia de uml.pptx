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4E5C2-4993-6376-B4F2-D1FC704E3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Historia de </a:t>
            </a:r>
            <a:r>
              <a:rPr lang="es-SV" dirty="0" err="1"/>
              <a:t>uml</a:t>
            </a: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FFD9B3-9CAF-2B3E-F9D9-A794DA333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77708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86CAE2-2C4F-F69F-04CD-B80D51BE66C4}"/>
              </a:ext>
            </a:extLst>
          </p:cNvPr>
          <p:cNvCxnSpPr>
            <a:cxnSpLocks/>
          </p:cNvCxnSpPr>
          <p:nvPr/>
        </p:nvCxnSpPr>
        <p:spPr>
          <a:xfrm flipV="1">
            <a:off x="6538250" y="2794048"/>
            <a:ext cx="0" cy="18501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E8600A0-8633-5F84-EB34-10C9F1757292}"/>
              </a:ext>
            </a:extLst>
          </p:cNvPr>
          <p:cNvCxnSpPr>
            <a:cxnSpLocks/>
          </p:cNvCxnSpPr>
          <p:nvPr/>
        </p:nvCxnSpPr>
        <p:spPr>
          <a:xfrm flipH="1" flipV="1">
            <a:off x="4184985" y="2467596"/>
            <a:ext cx="1268438" cy="8894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1431B37-5DB0-0B53-D4D1-595AFF013251}"/>
              </a:ext>
            </a:extLst>
          </p:cNvPr>
          <p:cNvCxnSpPr>
            <a:cxnSpLocks/>
          </p:cNvCxnSpPr>
          <p:nvPr/>
        </p:nvCxnSpPr>
        <p:spPr>
          <a:xfrm flipH="1" flipV="1">
            <a:off x="7499838" y="3719146"/>
            <a:ext cx="1596686" cy="1111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2CCC817-C34D-0223-7466-A67893E70F66}"/>
              </a:ext>
            </a:extLst>
          </p:cNvPr>
          <p:cNvCxnSpPr>
            <a:cxnSpLocks/>
          </p:cNvCxnSpPr>
          <p:nvPr/>
        </p:nvCxnSpPr>
        <p:spPr>
          <a:xfrm flipV="1">
            <a:off x="4171947" y="3603968"/>
            <a:ext cx="1209822" cy="1111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742A81E-90AD-C5BA-598D-002F3EC017D8}"/>
              </a:ext>
            </a:extLst>
          </p:cNvPr>
          <p:cNvCxnSpPr>
            <a:cxnSpLocks/>
          </p:cNvCxnSpPr>
          <p:nvPr/>
        </p:nvCxnSpPr>
        <p:spPr>
          <a:xfrm flipV="1">
            <a:off x="7721990" y="2149131"/>
            <a:ext cx="1209822" cy="1111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3A3BD78-E288-FD72-DB99-BCCA2F70CC83}"/>
              </a:ext>
            </a:extLst>
          </p:cNvPr>
          <p:cNvSpPr/>
          <p:nvPr/>
        </p:nvSpPr>
        <p:spPr>
          <a:xfrm>
            <a:off x="5116243" y="3199667"/>
            <a:ext cx="2715065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400" b="1" dirty="0">
                <a:solidFill>
                  <a:srgbClr val="FF0000"/>
                </a:solidFill>
                <a:latin typeface="Algerian" panose="04020705040A02060702" pitchFamily="82" charset="0"/>
                <a:ea typeface="Times New Roman" panose="02020603050405020304" pitchFamily="18" charset="0"/>
                <a:cs typeface="Arial" panose="020B0604020202020204" pitchFamily="34" charset="0"/>
              </a:rPr>
              <a:t>HISTORIA UML</a:t>
            </a:r>
            <a:endParaRPr lang="es-SV" altLang="es-SV" sz="3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D620E00-AE9A-5BD4-1C43-B0271AA1FEE5}"/>
              </a:ext>
            </a:extLst>
          </p:cNvPr>
          <p:cNvSpPr/>
          <p:nvPr/>
        </p:nvSpPr>
        <p:spPr>
          <a:xfrm>
            <a:off x="5116243" y="364511"/>
            <a:ext cx="2715065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¿Qué es UML?</a:t>
            </a:r>
            <a:endParaRPr lang="es-SV" altLang="es-SV" sz="2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1ECDBC3-71AE-6874-FBBD-911D030F68F5}"/>
              </a:ext>
            </a:extLst>
          </p:cNvPr>
          <p:cNvSpPr/>
          <p:nvPr/>
        </p:nvSpPr>
        <p:spPr>
          <a:xfrm>
            <a:off x="2711245" y="810416"/>
            <a:ext cx="2077621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Creadores</a:t>
            </a:r>
            <a:endParaRPr lang="es-SV" altLang="es-SV" sz="2000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D6B25DB-68AB-2DE0-A394-7D5751C2BC99}"/>
              </a:ext>
            </a:extLst>
          </p:cNvPr>
          <p:cNvSpPr/>
          <p:nvPr/>
        </p:nvSpPr>
        <p:spPr>
          <a:xfrm>
            <a:off x="8741899" y="563000"/>
            <a:ext cx="2715065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Origen (Años 90)</a:t>
            </a:r>
            <a:endParaRPr lang="es-SV" altLang="es-SV" sz="20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43C5440-8672-4BA5-1B52-29CD8EE6D0EB}"/>
              </a:ext>
            </a:extLst>
          </p:cNvPr>
          <p:cNvSpPr/>
          <p:nvPr/>
        </p:nvSpPr>
        <p:spPr>
          <a:xfrm>
            <a:off x="8849752" y="3576564"/>
            <a:ext cx="2715065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Evolución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9DB97FE-8A8A-E645-2EE3-0F314F3B9734}"/>
              </a:ext>
            </a:extLst>
          </p:cNvPr>
          <p:cNvSpPr/>
          <p:nvPr/>
        </p:nvSpPr>
        <p:spPr>
          <a:xfrm>
            <a:off x="5418700" y="3972439"/>
            <a:ext cx="2715065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Estandarización</a:t>
            </a:r>
            <a:endParaRPr lang="es-SV" altLang="es-SV" sz="2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7BD2B36-8AA5-AB3D-4152-5C8D2A8BF134}"/>
              </a:ext>
            </a:extLst>
          </p:cNvPr>
          <p:cNvSpPr/>
          <p:nvPr/>
        </p:nvSpPr>
        <p:spPr>
          <a:xfrm>
            <a:off x="2534815" y="3866710"/>
            <a:ext cx="2528960" cy="5802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Importancia Actual</a:t>
            </a:r>
            <a:endParaRPr lang="es-SV" altLang="es-SV" sz="2000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4985DB7-30C0-C11E-E03D-3EBAF517482A}"/>
              </a:ext>
            </a:extLst>
          </p:cNvPr>
          <p:cNvSpPr/>
          <p:nvPr/>
        </p:nvSpPr>
        <p:spPr>
          <a:xfrm>
            <a:off x="2647206" y="1356804"/>
            <a:ext cx="2205700" cy="16547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Grady Booch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James Rumbaugh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Ivar Jacobson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(Ellos unificaron sus métodos en uno solo)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E66FB8A-47C1-45C6-0FDF-5C2034CF6AA3}"/>
              </a:ext>
            </a:extLst>
          </p:cNvPr>
          <p:cNvSpPr/>
          <p:nvPr/>
        </p:nvSpPr>
        <p:spPr>
          <a:xfrm>
            <a:off x="2674460" y="4433974"/>
            <a:ext cx="2307104" cy="20468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Facilita comunicación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Organiza el diseño del sistema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usa en ingeniería de software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0229E7C-3372-DEE6-981D-5C34334EBC7B}"/>
              </a:ext>
            </a:extLst>
          </p:cNvPr>
          <p:cNvSpPr/>
          <p:nvPr/>
        </p:nvSpPr>
        <p:spPr>
          <a:xfrm>
            <a:off x="8931812" y="4142643"/>
            <a:ext cx="2335237" cy="215235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1997: UML 1.0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Adoptado por OMG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convierte en estándar internacional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9822C48-9A4C-C7F8-459E-FBC8D5389D0F}"/>
              </a:ext>
            </a:extLst>
          </p:cNvPr>
          <p:cNvSpPr/>
          <p:nvPr/>
        </p:nvSpPr>
        <p:spPr>
          <a:xfrm>
            <a:off x="5306156" y="873514"/>
            <a:ext cx="2335237" cy="215235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Lenguaje de Modelado Unificado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Sirve para diseñar sistemas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Representa software con diagramas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087942D-EB47-21EB-9641-3C80424B4A9B}"/>
              </a:ext>
            </a:extLst>
          </p:cNvPr>
          <p:cNvSpPr/>
          <p:nvPr/>
        </p:nvSpPr>
        <p:spPr>
          <a:xfrm>
            <a:off x="5360671" y="4491919"/>
            <a:ext cx="2831121" cy="20468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Unificó métodos de modelado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Fue adoptado por OMG (1997)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convirtió en estándar internacional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usa en todo el mundo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776AC19-205D-902A-A21D-A61CBFEC2F69}"/>
              </a:ext>
            </a:extLst>
          </p:cNvPr>
          <p:cNvSpPr/>
          <p:nvPr/>
        </p:nvSpPr>
        <p:spPr>
          <a:xfrm>
            <a:off x="8849752" y="1066506"/>
            <a:ext cx="2335237" cy="215235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Existían muchos métodos diferentes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Confusión en el desarrollo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s-SV" altLang="es-SV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Necesidad de unificar modelos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397CFA4-CD4C-0911-4416-DFE25FCE603A}"/>
              </a:ext>
            </a:extLst>
          </p:cNvPr>
          <p:cNvSpPr/>
          <p:nvPr/>
        </p:nvSpPr>
        <p:spPr>
          <a:xfrm>
            <a:off x="201478" y="196949"/>
            <a:ext cx="2205700" cy="6341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Lenguaje Unificado de Modelado (UML)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fue creado por tres ingenieros de software que buscaban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unificar diferentes métodos de modelado utilizados en el desarrollo de sistemas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Estos tres expertos trabajaban en metodologías distintas, pero decidieron combinar sus ideas para crear un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lenguaje estándar para modelar software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084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4816DE-AE4F-A9F9-8AEB-F9E6A665D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12" y="239541"/>
            <a:ext cx="9568375" cy="637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51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{D785E5C1-BA74-4464-9EFC-44F314C13861}TF6d5feb1e-e145-43f1-b745-cb4b54c5ee97494f94d6-c317f2461df2</Template>
  <TotalTime>55</TotalTime>
  <Words>157</Words>
  <Application>Microsoft Office PowerPoint</Application>
  <PresentationFormat>Panorámica</PresentationFormat>
  <Paragraphs>30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Algerian</vt:lpstr>
      <vt:lpstr>Arial</vt:lpstr>
      <vt:lpstr>Times New Roman</vt:lpstr>
      <vt:lpstr>Tw Cen MT</vt:lpstr>
      <vt:lpstr>Circuito</vt:lpstr>
      <vt:lpstr>Historia de uml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4</cp:revision>
  <dcterms:created xsi:type="dcterms:W3CDTF">2026-03-04T03:25:32Z</dcterms:created>
  <dcterms:modified xsi:type="dcterms:W3CDTF">2026-03-13T01:46:10Z</dcterms:modified>
</cp:coreProperties>
</file>